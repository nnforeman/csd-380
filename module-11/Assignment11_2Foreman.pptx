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37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(General) NIST SSDF emphasizes protecting code and development environments as part of secure development practices: https://csrc.nist.gov/projects/ssdf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SSDF (SP 800-218) includes practices for protecting source code and development environments: https://nvlpubs.nist.gov/nistpubs/specialpublications/nist.sp.800-218.pdf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branch protection concepts support restricting changes to protected branches: https://docs.github.com/repositories/configuring-branches-and-merges-in-your-repository/managing-protected-branches/about-protected-branches
- GitHub Actions guidance recommends least-privilege permissions for GITHUB_TOKEN: https://docs.github.com/en/actions/reference/security/secure-use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GitHub: Managing protected branches and required status checks/reviews: https://docs.github.com/en/repositories/configuring-branches-and-merges-in-your-repository/managing-protected-branches/managing-a-branch-protection-rule
- GitHub: CODEOWNERS can be enforced via branch protection (“Require review from Code Owners”): https://docs.github.com/articles/about-code-owners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GitHub: Secret scanning overview and alerts: https://docs.github.com/code-security/secret-scanning/about-secret-scanning
- GitHub: Push protection blocks secrets from being pushed: https://docs.github.com/en/code-security/concepts/secret-security/about-push-protection
- GitHub: Dependabot alerts notify about vulnerable dependencies: https://docs.github.com/code-security/dependabot/dependabot-alerts/about-dependabot-alerts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Actions security reference (least-privilege GITHUB_TOKEN): https://docs.github.com/en/actions/reference/security/secure-use
- GitHub Actions authentication and permissions model: https://docs.github.com/actions/reference/authentication-in-a-workflow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GitHub: Commit signature verification (Verified badges): https://docs.github.com/en/authentication/managing-commit-signature-verification/about-commit-signature-verification
- SLSA v1.0 requirements emphasize verifying integrity of signed provenance attestations: https://slsa.dev/spec/v1.0/requirements
- Sigstore Cosign repository (signing artifacts, including container images): https://github.com/sigstore/cosign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OpenSSF Scorecard project overview: https://openssf.org/projects/scorecard/
- Scorecard checks described at: https://scorecard.dev/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SSDF provides a baseline set of secure development practices organizations can map to (SP 800-218): https://nvlpubs.nist.gov/nistpubs/specialpublications/nist.sp.800-218.pdf
- GitHub branch protection &amp; PR requirements: https://docs.github.com/repositories/configuring-branches-and-merges-in-your-repository/managing-protected-branches/about-protected-branches
- GitHub secret scanning / push protection: https://docs.github.com/code-security/secret-scanning/about-secret-scanning and https://docs.github.com/en/code-security/concepts/secret-security/about-push-protection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lab.com/ee/user/application_security/" TargetMode="External"/><Relationship Id="rId3" Type="http://schemas.openxmlformats.org/officeDocument/2006/relationships/hyperlink" Target="https://docs.github.com/en/repositories/configuring-branches-and-merges-in-your-repository/managing-protected-branches" TargetMode="External"/><Relationship Id="rId7" Type="http://schemas.openxmlformats.org/officeDocument/2006/relationships/hyperlink" Target="https://csrc.nist.gov/publications/detail/sp/800-218/fina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wasp.org/www-project-top-ten/" TargetMode="External"/><Relationship Id="rId5" Type="http://schemas.openxmlformats.org/officeDocument/2006/relationships/hyperlink" Target="https://docs.github.com/en/code-security/secret-scanning/about-secret-scanning" TargetMode="External"/><Relationship Id="rId4" Type="http://schemas.openxmlformats.org/officeDocument/2006/relationships/hyperlink" Target="https://docs.github.com/en/code-security/code-scanning/introduction-to-code-scanning/about-code-scan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645920" cy="47548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1280160" cy="4206240"/>
          </a:xfrm>
          <a:prstGeom prst="roundRect">
            <a:avLst/>
          </a:prstGeom>
          <a:solidFill>
            <a:srgbClr val="16284A"/>
          </a:solidFill>
          <a:ln w="12700">
            <a:solidFill>
              <a:srgbClr val="162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645920"/>
            <a:ext cx="914400" cy="3657600"/>
          </a:xfrm>
          <a:prstGeom prst="roundRect">
            <a:avLst/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49840" y="914400"/>
            <a:ext cx="1463040" cy="4937760"/>
          </a:xfrm>
          <a:prstGeom prst="roundRect">
            <a:avLst/>
          </a:prstGeom>
          <a:solidFill>
            <a:srgbClr val="16284A"/>
          </a:solidFill>
          <a:ln w="12700">
            <a:solidFill>
              <a:srgbClr val="162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378440" y="1234440"/>
            <a:ext cx="1005840" cy="429768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3894" y="1188720"/>
            <a:ext cx="887154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in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Code Repositories</a:t>
            </a:r>
            <a:endParaRPr lang="en-US" sz="40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F7D205A-A16D-17A7-F818-D845957C6832}"/>
              </a:ext>
            </a:extLst>
          </p:cNvPr>
          <p:cNvSpPr txBox="1">
            <a:spLocks/>
          </p:cNvSpPr>
          <p:nvPr/>
        </p:nvSpPr>
        <p:spPr>
          <a:xfrm>
            <a:off x="438150" y="5145513"/>
            <a:ext cx="2559050" cy="738820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500" dirty="0">
                <a:solidFill>
                  <a:srgbClr val="E8EEF7"/>
                </a:solidFill>
                <a:ea typeface="Aptos" pitchFamily="34" charset="-122"/>
                <a:cs typeface="Aptos" pitchFamily="34" charset="-120"/>
              </a:rPr>
              <a:t>CSD 380 – DevOps</a:t>
            </a:r>
          </a:p>
          <a:p>
            <a:pPr marL="0" indent="0">
              <a:buNone/>
            </a:pPr>
            <a:r>
              <a:rPr lang="en-US" sz="3500" dirty="0">
                <a:solidFill>
                  <a:srgbClr val="E8EEF7"/>
                </a:solidFill>
                <a:ea typeface="Aptos" pitchFamily="34" charset="-122"/>
                <a:cs typeface="Aptos" pitchFamily="34" charset="-120"/>
              </a:rPr>
              <a:t>Natasha Foreman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shared repos need strong controls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repositories concentrate risk: code, secrets, and build pipelines in one place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57784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5120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attack paths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5257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Leaked secrets (API keys, tokens)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Malicious or compromised dependency updates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Abusive or unreviewed pull 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workflow compromise (over-scoped tokens, untrusted actions)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Unauthorized direct pushes to 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498348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492240" y="1097280"/>
            <a:ext cx="73152" cy="5120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261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“good” looks like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should be layered: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unsafe changes</a:t>
            </a:r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issues early</a:t>
            </a:r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integrity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Make it auditable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Identity &amp; access controls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hard for the wrong person (or token) to change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44068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5120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best practices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51206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least privilege for repo roles.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MFA/SSO where possible.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duties: only maintainers can change protection rules.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collaborator access on a schedule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long lived personal tokens; prefer short lived OIDC where available.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498348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097280"/>
            <a:ext cx="73152" cy="5120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261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who can push to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 PRs for changes to protected branches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down admin actions (who can bypass rules)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Restrict CI tokens to the minimum needed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Branch protection &amp; review gates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risky merges by default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1430000" cy="21488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2148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controls to enable on main (and release branches)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1109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pull requests • Require approving reviews • Require status checks (CI) • Require up-to-date branches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Optionally: Require linear history • Restrict who can push • Require signed commits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657600" cy="274320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3152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33375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to critical paths.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review from code owners so changes are reviewed by the right people.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474720"/>
            <a:ext cx="3657600" cy="274320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6280" y="3474720"/>
            <a:ext cx="73152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6393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4023360"/>
            <a:ext cx="33375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merges on automated checks: tests, linting, SAST, dependency review, secret scanning.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on PRs, not after merge.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474720"/>
            <a:ext cx="3840480" cy="274320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21040" y="3474720"/>
            <a:ext cx="73152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3920" y="36393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win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4023360"/>
            <a:ext cx="3520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small PRs and frequent merges.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diffs are easier to review and reduce the chance of hidden malicious changes.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Secrets &amp; dependency hygiene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credential leaks and vulnerable libraries from slipping 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57784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5120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controls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5257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 scanning to detect leaked keys in commits.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push protection to block supported secrets before they land in the repo.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secrets as “already leaked” once committed: rotate immediately.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498348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097280"/>
            <a:ext cx="73152" cy="5120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261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controls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vulnerable dependencies and update quickly.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automated alerts and upgrade PRs (e.g., Dependabot).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“dependency review” step in PR checks when possible.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CI/CD workflow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automation so the pipeline can’t be used as an attack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1430000" cy="210312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2103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least privilege for automation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1109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 CI token permissions to read-only where possible, then grant write permissions only to jobs that truly need them. Prefer short-lived identity (OIDC) over long-lived secrets.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577840" cy="2834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73152" cy="2834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checklist (examples)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5257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third-party actions by version or commit SHA.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 changes like code (CODEOWNERS for .github/workflows).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protection rules for prod deploys.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printing secrets in logs; rotate regularly.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383280"/>
            <a:ext cx="4983480" cy="2834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383280"/>
            <a:ext cx="73152" cy="2834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547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 in PRs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3931920"/>
            <a:ext cx="4663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CI permissions, tokens, or deploy steps.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actions from unfamiliar publishers.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code running on privileged runners.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triggered from forks without safeguards.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Integrity: prove who changed what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and provenance make tampering harder to hide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557784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5120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commits &amp; tags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5257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commit signature verification (GPG/SSH/S/MIME) to mark trusted commits as “Verified.”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sensitive repos, consider requiring signed commits on protected branches.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4983480" cy="51206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097280"/>
            <a:ext cx="73152" cy="5120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261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signing &amp; provenance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46634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provenance to record how artifacts were built.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build outputs (images, binaries) with tools like Sigstore Cosign so you can verify integrity before deploy.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Continuous assessment &amp; auditability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improve repo security over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1430000" cy="214884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3152" cy="2148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automated checks to keep posture from drifting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1109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recurring scans and reports so controls stay enabled and dependencies stay patched. Treat repo security like any other reliability metric: visible, owned, and reviewed.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5577840" cy="274320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3152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OpenSSF Scorecard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5257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automated checks for repo security signals (branch protection, signed releases, pinned dependencies, etc.).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tracking improvement and spotting missing basics.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4983480" cy="274320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474720"/>
            <a:ext cx="73152" cy="2743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6393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basics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4023360"/>
            <a:ext cx="4663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and review audit logs (org + repo).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admin actions: protection rule changes, token creation, workflow edits.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periodic access reviews and remove stale accounts.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27432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269272" cy="4983480"/>
          </a:xfrm>
          <a:prstGeom prst="roundRect">
            <a:avLst/>
          </a:prstGeom>
          <a:solidFill>
            <a:srgbClr val="121F36"/>
          </a:solidFill>
          <a:ln w="12700">
            <a:solidFill>
              <a:srgbClr val="1E293B"/>
            </a:solidFill>
            <a:prstDash val="solid"/>
          </a:ln>
          <a:effectLst>
            <a:outerShdw blurRad="508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3152" cy="4983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399" y="1783080"/>
            <a:ext cx="9918441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About Protected Branches. GitHub Docs,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https://docs.github.com/en/repositories/configuring-branches-and-merges-in-your-repository/managing-protected-branches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About Code Scanning. GitHub Docs,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https://docs.github.com/en/code-security/code-scanning/introduction-to-code-scanning/about-code-scanning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About Secret Scanning. GitHub Docs,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https://docs.github.com/en/code-security/secret-scanning/about-secret-scanning</a:t>
            </a:r>
            <a:endParaRPr lang="en-US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OWASP Top Ten. OWASP,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https://owasp.org/www-project-top-ten/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 Secure Software Development Framework (SSDF) Version 1.1. National Institute of Standards and Technology, 2022,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https://csrc.nist.gov/publications/detail/sp/800-218/final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GitLab. Secure Your Application (</a:t>
            </a:r>
            <a:r>
              <a:rPr lang="en-US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GitLab Docs,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https://docs.gitlab.com/ee/user/application_security/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1516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Student</dc:creator>
  <cp:lastModifiedBy>Natasha Foreman</cp:lastModifiedBy>
  <cp:revision>2</cp:revision>
  <dcterms:created xsi:type="dcterms:W3CDTF">2026-02-25T23:45:28Z</dcterms:created>
  <dcterms:modified xsi:type="dcterms:W3CDTF">2026-03-02T05:44:36Z</dcterms:modified>
</cp:coreProperties>
</file>